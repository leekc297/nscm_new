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NSCM AI 바이브코딩 작업 · 디렉토리 설명자료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DBE5F1"/>
                </a:solidFill>
                <a:latin typeface="맑은 고딕"/>
                <a:ea typeface="맑은 고딕"/>
              </a:rPr>
              <a:t>LG Energy Solution NSCM (Next SCM)  |  LOCAL VSCode + Claude Code 개발환경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DBE5F1"/>
                </a:solidFill>
                <a:latin typeface="맑은 고딕"/>
                <a:ea typeface="맑은 고딕"/>
              </a:rPr>
              <a:t>AS-IS: GSCM C#.NET WinForms  →  TO-BE: React 19 + Spring Boot 3.5 + Oracle 19c</a:t>
            </a:r>
          </a:p>
          <a:p>
            <a:pPr>
              <a:spcBef>
                <a:spcPts val="3000"/>
              </a:spcBef>
            </a:pPr>
            <a:r>
              <a:rPr sz="1200" b="0">
                <a:solidFill>
                  <a:srgbClr val="B0C4DE"/>
                </a:solidFill>
                <a:latin typeface="맑은 고딕"/>
                <a:ea typeface="맑은 고딕"/>
              </a:rPr>
              <a:t>2026-07-20  ·  C:\Projects\NSCM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1.  LOCAL 개발환경 · 사내 Oracle 연결 · 클라우드 이관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4160520" cy="5120640"/>
          </a:xfrm>
          <a:prstGeom prst="rect">
            <a:avLst/>
          </a:prstGeom>
          <a:solidFill>
            <a:srgbClr val="EFF4FA"/>
          </a:solidFill>
          <a:ln w="12700">
            <a:solidFill>
              <a:srgbClr val="44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05256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① LOCAL PC (VSCode + Claude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703320" cy="6858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VSCode + Claude Code (AI 바이브코딩)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룰셋: CLAUDE.md → RULESET_MASTER → hooks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783080" cy="777240"/>
          </a:xfrm>
          <a:prstGeom prst="roundRect">
            <a:avLst/>
          </a:prstGeom>
          <a:solidFill>
            <a:srgbClr val="DBE5F1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FE  React 19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vite 127.0.0.1:5173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(pnpm 금지)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286000"/>
            <a:ext cx="1783080" cy="777240"/>
          </a:xfrm>
          <a:prstGeom prst="roundRect">
            <a:avLst/>
          </a:prstGeom>
          <a:solidFill>
            <a:srgbClr val="DBE5F1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BE  Spring Boot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gradlew bootRun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profile=local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37560"/>
            <a:ext cx="3703320" cy="640080"/>
          </a:xfrm>
          <a:prstGeom prst="roundRect">
            <a:avLst/>
          </a:prstGeom>
          <a:solidFill>
            <a:srgbClr val="E7EFE7"/>
          </a:solidFill>
          <a:ln w="15875">
            <a:solidFill>
              <a:srgbClr val="376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로컬 Docker Oracle 19c (개발·검증용)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CSV 적재 · 백업/원복 (룰 29/30)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3703320" cy="640080"/>
          </a:xfrm>
          <a:prstGeom prst="roundRect">
            <a:avLst/>
          </a:prstGeom>
          <a:solidFill>
            <a:srgbClr val="F7F0E7"/>
          </a:solidFill>
          <a:ln w="1587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AS-IS 소스 (GSCM / GSCM_20260512)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전수 분석 원천 — git 업로드 제외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74920"/>
            <a:ext cx="370332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산출물: 소스 + UI분석서/설계서 + 이관 SQL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Doc/ · _artifacts/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057400"/>
            <a:ext cx="0" cy="228600"/>
          </a:xfrm>
          <a:prstGeom prst="line">
            <a:avLst/>
          </a:prstGeom>
          <a:ln w="28575">
            <a:solidFill>
              <a:srgbClr val="1F4E79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31720" y="3063240"/>
            <a:ext cx="0" cy="274320"/>
          </a:xfrm>
          <a:prstGeom prst="line">
            <a:avLst/>
          </a:prstGeom>
          <a:ln w="28575">
            <a:solidFill>
              <a:srgbClr val="1F4E79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709160" y="868680"/>
            <a:ext cx="3108960" cy="2743200"/>
          </a:xfrm>
          <a:prstGeom prst="rect">
            <a:avLst/>
          </a:prstGeom>
          <a:solidFill>
            <a:srgbClr val="FDF3EC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905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55A11"/>
                </a:solidFill>
                <a:latin typeface="맑은 고딕"/>
                <a:ea typeface="맑은 고딕"/>
              </a:rPr>
              <a:t>② 사내 Oracle (직결 검증·적용)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371600"/>
            <a:ext cx="2743200" cy="868680"/>
          </a:xfrm>
          <a:prstGeom prst="roundRect">
            <a:avLst/>
          </a:prstGeom>
          <a:solidFill>
            <a:srgbClr val="C55A11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사내 Oracle 19c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121.162.245.167:2521 / OCGSCMD_P01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(예비: Tailscale 100.65.143.121)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468880"/>
            <a:ext cx="27432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접속 수단 (룰 32)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python-oracledb(ora.py) / SQLcl MCP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메타 실측 · SP 배포 · E2E 검증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9120" y="1828800"/>
            <a:ext cx="502920" cy="0"/>
          </a:xfrm>
          <a:prstGeom prst="line">
            <a:avLst/>
          </a:prstGeom>
          <a:ln w="28575">
            <a:solidFill>
              <a:srgbClr val="C55A1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4528" y="14813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55A11"/>
                </a:solidFill>
                <a:latin typeface="맑은 고딕"/>
                <a:ea typeface="맑은 고딕"/>
              </a:rPr>
              <a:t>JDBC/직결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868680"/>
            <a:ext cx="3840480" cy="5120640"/>
          </a:xfrm>
          <a:prstGeom prst="rect">
            <a:avLst/>
          </a:prstGeom>
          <a:solidFill>
            <a:srgbClr val="EEF7EE"/>
          </a:solidFill>
          <a:ln w="12700">
            <a:solidFill>
              <a:srgbClr val="376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9052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76B37"/>
                </a:solidFill>
                <a:latin typeface="맑은 고딕"/>
                <a:ea typeface="맑은 고딕"/>
              </a:rPr>
              <a:t>③ 이관 (개발 완료 후)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4747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6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GitHub 백업 (leekc297/NSCM)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요청 시 워킹트리 전체 push (룰 28)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331720"/>
            <a:ext cx="3474720" cy="868680"/>
          </a:xfrm>
          <a:prstGeom prst="roundRect">
            <a:avLst/>
          </a:prstGeom>
          <a:solidFill>
            <a:srgbClr val="376B37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이관 패키지 (룰 22)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_artifacts/{PROGRAM_ID_YYYYMMDD_HHMM}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FE·BE 소스 + 메타 SQL + README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429000"/>
            <a:ext cx="34747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6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클라우드 NSCM 모노레포 (사내 GitLab)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클라우드에서 lint · type-check ·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434840"/>
            <a:ext cx="34747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</a:rPr>
              <a:t>사내 DB 적용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_artifacts/_apply_corporate SQL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맑은 고딕"/>
                <a:ea typeface="맑은 고딕"/>
              </a:rPr>
              <a:t>(백업 → 적용 → VALID 검증)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389120" y="2743200"/>
            <a:ext cx="3931920" cy="2651760"/>
          </a:xfrm>
          <a:prstGeom prst="line">
            <a:avLst/>
          </a:prstGeom>
          <a:ln w="34925">
            <a:solidFill>
              <a:srgbClr val="376B37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4224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6B37"/>
                </a:solidFill>
                <a:latin typeface="맑은 고딕"/>
                <a:ea typeface="맑은 고딕"/>
              </a:rPr>
              <a:t>개발 완료 → 이관 패키지 생성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0" y="2103120"/>
            <a:ext cx="0" cy="228600"/>
          </a:xfrm>
          <a:prstGeom prst="line">
            <a:avLst/>
          </a:prstGeom>
          <a:ln w="28575">
            <a:solidFill>
              <a:srgbClr val="376B37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58400" y="3200400"/>
            <a:ext cx="0" cy="228600"/>
          </a:xfrm>
          <a:prstGeom prst="line">
            <a:avLst/>
          </a:prstGeom>
          <a:ln w="28575">
            <a:solidFill>
              <a:srgbClr val="376B37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58400" y="4206240"/>
            <a:ext cx="0" cy="228600"/>
          </a:xfrm>
          <a:prstGeom prst="line">
            <a:avLst/>
          </a:prstGeom>
          <a:ln w="28575">
            <a:solidFill>
              <a:srgbClr val="376B37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18120" y="1828800"/>
            <a:ext cx="704088" cy="2606040"/>
          </a:xfrm>
          <a:prstGeom prst="line">
            <a:avLst/>
          </a:prstGeom>
          <a:ln w="28575">
            <a:solidFill>
              <a:srgbClr val="C55A1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23760" y="3566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55A11"/>
                </a:solidFill>
                <a:latin typeface="맑은 고딕"/>
                <a:ea typeface="맑은 고딕"/>
              </a:rPr>
              <a:t>SP·메타
사내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12648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  <a:ea typeface="맑은 고딕"/>
              </a:rPr>
              <a:t>개발 사이클:  AS-IS 전수 분석 → 로컬 Docker Oracle 개발 → 사내 Oracle 직결 검증(메타 실측·SP 배포·E2E) → 이관 패키지 + 사내 DB 적용 + GitHub 백업 → 클라우드 반영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2.  LOCAL 개발환경 절대 금지 — 실행 HOOK 5종 + 서버 기동 · GIT 업로드 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</a:rPr>
              <a:t>실행 hook(enforced) = .claude/settings.json 이 자동 차단/검사하는 5종 — AI·사람 모두 우회 불가 (문서 hook 과 구분, RULESET_MASTER §6)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67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6537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실행 HOOK (.claude/hooks/)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시점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차단/검사 내용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block-dev-commands.ps1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명령 실행 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⛔ pnpm install/i/dev/build/local/lint/type-check/add/remove/update + turbo run dev·lint + eslint 직접 호출 전부 차단 — lint 는 클라우드 전용, FE 기동은 vite 직접 실행만 허용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check-dbeaver-sql.ps1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파일 작성 후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SQL 작성 시 DBeaver 실행용 정합(grep 의무) 검사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check-notnull-insert.ps1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파일 작성 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INSERT 문 NOT NULL 컬럼 누락 검사 (ORA-01400 사고 재발 방지)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check-fe-import.ps1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파일 작성 후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FE import 규칙 검사 — 상대경로(../../../) 금지, @shared/@foundation alias 강제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attach-context.ps1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프롬프트 제출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작업 키워드에 맞는 룰(MD)을 자동 첨부 — anti-simplification 등 필수 룰 누락 방지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657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서버 기동 표준 (pnpm 절대 금지)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4023360"/>
          <a:ext cx="56692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251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표준 명령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cd nscm-be → .\gradlew.bat bootRun --args=--spring.profiles.active=local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FE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cd nscm-fe\apps\web → .\node_modules\.bin\vite  (127.0.0.1:5173)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재기동 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반드시 재로그인 (세션 무효) · 시크릿 창 사용 금지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3657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GIT 소스 업로드 규약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4023360"/>
          <a:ext cx="562355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964"/>
                <a:gridCol w="413159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원칙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요청 시에만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"올려주세요" 요청 시에만 push — 수시·선제 푸시 금지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전체 업로드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워킹트리 전체 add -A → commit → push → 잔여 0건 확인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제외 대상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~$ 임시파일 · 100MB 초과 · GSCM/GSCM_20260512 (AS-IS 소스)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파괴적 작업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reset --hard / force push 등은 사용자 승인 후에만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3.  CLAUDE.md — AI 작업 단일 진입점 (프로젝트 헌법)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2296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역할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AI 바이브코딩 시 가장 먼저 읽는 단일 진입점. 작업별 분기는 RULESET_MASTER 트리거 매트릭스(T01~T20)가 담당.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작업 시작 필수 절차 (Step 1~4)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Step 1  룰셋 로드 4파일 — anti-simplification(최우선) + RULESET_MASTER + 00_INDEX + UI 체크리스트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Step 1.5  공통 hook — pre-write / post-write / pre-submit / screen-completion-gate(8게이트)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Step 3  기존 유사 코드 참조 의무 (표준: user-management / admin.menu)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Step 3.5  신규 화면 features 폴더 결정 5단계 (메뉴 트리 walk-up)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Step 4  화면별 As-Is 분석 자료 필독 (validation.md + expressions.md 카운트 일치 의무)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핵심 원칙 3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① "한 사람이 개발한 것처럼" (기존 패턴 동일)  ② Layer 의존 방향 절대 준수  ③ Syntax Error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2296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맑은 고딕"/>
                <a:ea typeface="맑은 고딕"/>
              </a:rPr>
              <a:t>■ 절대 금지 Top 11 (요약)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상대경로 import · feature 간 직접 import · console.log · any 타입 · inline style · Controller 직접 SQL · @Autowired 필드주입 · SQL ID 하드코딩 · ResponseEntity 직접 · MSSQL 잔존 키워드 · As-Is validation/expressions 매핑 누락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표준 패턴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응답: successResponseEntity  /  FE 호출: useTabProcQuery·useProcMutation  /  DB: PKG_{UI_ID}.P_{기능명}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명명 규약 · 자기 점검 체크리스트 8항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PascalCase 컴포넌트 / kebab-case 폴더 / com.lgcns.nscm.{domain}.{feature}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변경 이력 정책 (§15, hook #77)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CLAUDE.md 에 직접 추가 금지 — Doc/_archive/CLAUDE_changelog_YYYY-MM.md 1줄 + work_reports/ 상세 보고서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맑은 고딕"/>
                <a:ea typeface="맑은 고딕"/>
              </a:rPr>
              <a:t>■ anti-simplification (최우선 룰)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"모두/전체/정밀/상세" 요청 = 다중 패턴 + Cross-check 의무. 속도·토큰 절약 이유의 단순화 절대 금지 — 위반 = 신뢰성 손상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4.  AS-IS 소스 분석 — 어디에 담겨 있나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6715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8946"/>
                <a:gridCol w="7278213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GSCM/  (git 제외)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AS-IS 최신 원본 소스 (C#.NET WinForms, 358 csproj · 4,162 cs · 2,771 SP) — 모든 전수 분석의 1차 원천. DMF 정본 = 06.UIL 하위 Forms.UIL/Plan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GSCM_20260512/  (git 제외)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AS-IS 이전 baseline 스냅샷 — "이전소스 차이점" diff 비교 기준 (GSCM_20260512 ↔ GSCM)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Doc/_analysis/domain_{DM|Common|SCM}/screens/{화면ID}/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화면별 정밀 분석 MD 8종 — analysis / validation / expressions / web_components / tobe_design / oracle_migration / source_links / figma_link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_analysis/_screens/{27_DM|28_Common|29_SCM|30_SCP|31_SSP|32_FP}_Screens/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화면 단위 13시트 분석서 xlsx (6개 도메인 349본) — 11_Validation·12_Expression 시트 필독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_analysis/_phase1~4/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Cowork 단계별 산출물 — 개요·인벤토리(1) / DB·화면·Endpoint 정밀(2) / 도메인 상세(3) / To-Be 스펙(4)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_analysis/Screen_POPUP_SP_Tables_Matrix.xlsx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⭐ 통합 매트릭스 — 3,318행 / 395화면 / 710 SP / 355 Tables (화면×팝업×SP×테이블)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Doc/_rules_v2/_asis/00_framework/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AS-IS 프레임워크 7종 정밀 분석 (BaseForm / DataService / MessageHelper 등)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Doc/화면분석서/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UI분석서(10시트 xlsx) + 0단계 선행 산출물 — {ID}_주요이벤트_상세분석.md / {ID}_제약매트릭스_상세.md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89788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  <a:ea typeface="맑은 고딕"/>
              </a:rPr>
              <a:t>진입점: Doc/_analysis/INDEX.md  +  _analysis/_FOLDER_MAP.md (Cowork 산출물 폴더 매핑표)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5.  TO-BE 참고 UI — DMF0004 · 0005 · 0006 · 0007 분석 자료 위치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671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878"/>
                <a:gridCol w="4183866"/>
                <a:gridCol w="541441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ID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화면명 (분석 폴더)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DMF0004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Sales Site (DMF0004_SalesSite)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Doc/_analysis/domain_DM/screens/DMF0004_SalesSite/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DMF0005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Sales Site Pjt-Model Mapping (+ T_ 변형 / DMF00051 팝업 2종 폴더 별도)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Doc/_analysis/domain_DM/screens/DMF0005_SaleSite_PjtModelMapping/ 외 4개 폴더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DMF0006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Customer Model Mapping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Doc/_analysis/domain_DM/screens/DMF0006_CustomerModelMapping/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DMF0007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Cust Fcst Master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Doc/_analysis/domain_DM/screens/DMF0007_CustFcstMaster/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3566160"/>
            <a:ext cx="11521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각 폴더의 구성 (8 MD 세트)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analysis.md(전체 분석) / validation.md(검증 전수) / expressions.md(잠금·자동계산 전수) / web_components.md / tobe_design.md / oracle_migration.md / source_links.md / figma_link.md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짝 자료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13시트 xlsx: _analysis/_screens/27_DM_Screens/*_DMF000{4~7}.xlsx  (⚠ 1~10 시트 오염 사고 이력 — MD 폴더 1차 신뢰 룰)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활용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신규 DM 화면 개발 시 표준 참고 패턴 — 조회조건 Form 표준(DMF0007) · 콤보/그리드/팝업 패턴의 출발점. TO-BE 구현 코드는 nscm-fe/features/demand·master 하위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6.  UI분석서 · 화면설계서 · UI(화면) 생성 — 실행 명령과 산출물, 이관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868680"/>
          <a:ext cx="115671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3043989"/>
                <a:gridCol w="4160118"/>
                <a:gridCol w="2435191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작업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실행 명령 (사용자 → AI)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생성 절차 (hook 자동 적용)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 위치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UI분석서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"DMF00XX UI분석서 작성 요청"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hook #105 §1-C — ⓪선행 산출물 2본 MD(주요이벤트·제약매트릭스 상세, AS-IS 소스 전체 Read) → 사내 DB 실측 → openpyxl 10시트 생성 → 재오픈 assert → 카운트 대사 보고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Doc/화면분석서/
{ID}_{명}_UI분석서_v{N}.xlsx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화면설계서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"DMF00XX 화면설계서 생성 요청"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hook #105 §1-A — 8시트 (개요/전체흐름/LAYOUT/조회조건·버튼/GRID/EVENT/VALIDATION/API·SP), 전면 자연어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Doc/화면설계서/
{ID}_{명}_화면설계서_v{N}.xlsx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UI(화면) 생성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"DMF00XX 화면 생성(신규) 요청"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T01 트리거 — UI-MANDATORY 체크리스트 + features 위치 5단계 → FE(React)+BE 배선+메타 SQL(MNU/API/PROC/BTN/SHEET_COLUMNS…) → tsc·검증 → screen-completion-gate 8게이트 통과 후 종료 선언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nscm-fe/features/{domain}/
+ 메타 SQL(_artifacts)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4480560"/>
            <a:ext cx="11521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76B37"/>
                </a:solidFill>
                <a:latin typeface="맑은 고딕"/>
                <a:ea typeface="맑은 고딕"/>
              </a:rPr>
              <a:t>■ 클라우드 이관 (개발 완료 후)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① 이관 패키지 생성 (룰 22): _artifacts/{PROGRAM_ID_YYYYMMDD_HHMM}/ — FE·BE 소스 + 메타 INSERT SQL + README(적용 순서)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② 사내 DB 적용: _artifacts/_apply_corporate/ SQL — 백업(BACKUP_*.sql) → 적용 → 객체 VALID 검증 (hook db-corporate-apply)</a:t>
            </a:r>
          </a:p>
          <a:p>
            <a:pPr lvl="1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  <a:ea typeface="맑은 고딕"/>
              </a:rPr>
              <a:t>③ git push: 요청 시 워킹트리 전체 GitHub(leekc297/NSCM) 백업 → 클라우드 모노레포 반영 후 클라우드에서 lint·type-check·build 최종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7.  UI 생성 후 마사지(보완) 과정 — 어떻게 하고, 어디에 기록하나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2057400" cy="822960"/>
          </a:xfrm>
          <a:prstGeom prst="roundRect">
            <a:avLst/>
          </a:prstGeom>
          <a:solidFill>
            <a:srgbClr val="DBE5F1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2626"/>
                </a:solidFill>
                <a:latin typeface="맑은 고딕"/>
                <a:ea typeface="맑은 고딕"/>
              </a:rPr>
              <a:t>① 실측 검증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서버 기동 → 로그인 →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조회·저장 E2E · 사내 DB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1463040"/>
            <a:ext cx="256032" cy="0"/>
          </a:xfrm>
          <a:prstGeom prst="line">
            <a:avLst/>
          </a:prstGeom>
          <a:ln w="28575">
            <a:solidFill>
              <a:srgbClr val="1F4E79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633472" y="1051560"/>
            <a:ext cx="2057400" cy="822960"/>
          </a:xfrm>
          <a:prstGeom prst="roundRect">
            <a:avLst/>
          </a:prstGeom>
          <a:solidFill>
            <a:srgbClr val="FBE4D5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2626"/>
                </a:solidFill>
                <a:latin typeface="맑은 고딕"/>
                <a:ea typeface="맑은 고딕"/>
              </a:rPr>
              <a:t>② 결함 발견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SYS_LOG·SQL_LOG 실오류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SP 직접 실행 · BE 콘솔 진단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90872" y="1463040"/>
            <a:ext cx="256032" cy="0"/>
          </a:xfrm>
          <a:prstGeom prst="line">
            <a:avLst/>
          </a:prstGeom>
          <a:ln w="28575">
            <a:solidFill>
              <a:srgbClr val="1F4E79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46904" y="1051560"/>
            <a:ext cx="2057400" cy="822960"/>
          </a:xfrm>
          <a:prstGeom prst="roundRect">
            <a:avLst/>
          </a:prstGeom>
          <a:solidFill>
            <a:srgbClr val="DBE5F1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2626"/>
                </a:solidFill>
                <a:latin typeface="맑은 고딕"/>
                <a:ea typeface="맑은 고딕"/>
              </a:rPr>
              <a:t>③ FIX 적용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FE/BE/SP 교정 →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재검증(카운트 대사)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04304" y="1463040"/>
            <a:ext cx="256032" cy="0"/>
          </a:xfrm>
          <a:prstGeom prst="line">
            <a:avLst/>
          </a:prstGeom>
          <a:ln w="28575">
            <a:solidFill>
              <a:srgbClr val="1F4E79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0336" y="1051560"/>
            <a:ext cx="2057400" cy="8229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2626"/>
                </a:solidFill>
                <a:latin typeface="맑은 고딕"/>
                <a:ea typeface="맑은 고딕"/>
              </a:rPr>
              <a:t>④ 룰 승격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사고 → hook 신설·메모리 저장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(meta-rule-evolution 사이클)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17736" y="1463040"/>
            <a:ext cx="256032" cy="0"/>
          </a:xfrm>
          <a:prstGeom prst="line">
            <a:avLst/>
          </a:prstGeom>
          <a:ln w="28575">
            <a:solidFill>
              <a:srgbClr val="1F4E79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73768" y="1051560"/>
            <a:ext cx="2057400" cy="8229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62626"/>
                </a:solidFill>
                <a:latin typeface="맑은 고딕"/>
                <a:ea typeface="맑은 고딕"/>
              </a:rPr>
              <a:t>⑤ 기록·백업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changelog 1줄 + 상세 보고서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</a:rPr>
              <a:t>+ 이관 SQL 백업 + git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1168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</a:rPr>
              <a:t>※ 마사지 = 최초 생성물에 대한 실측 기반 보완 (성능 튜닝 · 원본 결함 교정 · 메타 정합 · 편집제어 정밀화). anti-simplification — 전수·실측·누락 0 원칙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146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맑은 고딕"/>
                <a:ea typeface="맑은 고딕"/>
              </a:rPr>
              <a:t>■ 마사지 내역 기록 위치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2880360"/>
          <a:ext cx="11567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6864"/>
                <a:gridCol w="694029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기록 위치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Doc/_archive/CLAUDE_changelog_YYYY-MM.md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모든 보완 내역 1줄 요약 (월별 원장) — feat/fix/diag/docs 구분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Doc/_archive/work_reports/{YYYY-MM-DD}_{topic}.md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건별 상세 보고서 (진단 과정 · 교정 내역 · 재발 방지)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Doc/_rules_v2/hooks/  (hook #77~#114)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사고에서 승격된 재발 방지 룰 — 예: #107 무한루프, #109 NLS 형변환, #114 MSG ID 재배정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~/.claude/.../memory/  (AI 영구 메모리)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feedback_* 파일 — 사용자 피드백·확정 패턴을 세션 간 유지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_artifacts/_apply_corporate/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사내 DB 적용·백업 SQL (적용 전 BACKUP_* 필수) — SP 보완 이력 원장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_artifacts/{PROGRAM_ID_YYYYMMDD_HHMM}/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보완 반영분 재이관 패키지 (클라우드 반영용)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8.  C:\Projects\NSCM 하위 폴더 구조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868680"/>
          <a:ext cx="57149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127"/>
                <a:gridCol w="364787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폴더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nscm-fe/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TO-BE FE — React 19 모노레포 (foundation/shared/features/apps)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nscm-be/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TO-BE BE — Spring Boot 3.5 + MyBatis (config-local.yml = DB 접속)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GSCM/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AS-IS 최신 원본 소스 (git 제외) — 분석 1차 원천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GSCM_20260512/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AS-IS 이전 baseline (git 제외) — diff 비교 기준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_analysis/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Cowork 분석 산출물 — _phase1~4 + _screens(13시트 xlsx) + 통합 매트릭스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_artifacts/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이관 패키지 · _apply_corporate(사내 DB SQL) · local-docker-oracle · 진단/백업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To-be_v2_converted/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MSSQL→Oracle SP 자동 변환 산출물 (검증 파이프라인 입력)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scripts/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보조 스크립트 (regression-impact 등)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.claude/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실행 hook 5종(ps1) + settings.json — 자동 차단·검사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868680"/>
          <a:ext cx="5623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835"/>
                <a:gridCol w="3514725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Doc/ 하위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_rules_v2/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룰 v2 — anti-simplification·TO-BE 13룰·AS-IS 7분석·hooks(문서 hook 카탈로그)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_rules_consolidation/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RULESET_MASTER.md — 단일 진입 통합 마스터 (트리거 T01~T20)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_dev_rules/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유지 룰 v1 8종 (브랜치/트러블슈팅/이관/multi-remote/Figma/Oracle 직결)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_analysis/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도메인·화면별 정밀 분석 MD (domain_DM 등 8 MD 세트) + db_migration 변환 룰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화면분석서/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UI분석서(10시트) + 선행 산출물 MD + old/(구버전)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화면설계서/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화면설계서(8시트) 산출물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_archive/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changelog 월별 원장 + work_reports 상세 보고서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_figma / ui_cap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Figma 캡처(svg) / AS-IS 화면 캡처(png) — LAYOUT 시트 원천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참고자료 / issue / output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요청서(E2026…) 등 참고 문서 / 이슈 / 중간 산출물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1722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맑은 고딕"/>
                <a:ea typeface="맑은 고딕"/>
              </a:rPr>
              <a:t>단일 진입: CLAUDE.md → RULESET_MASTER(트리거) → Doc/_rules_v2/hooks(본문)  |  AS-IS 원천: GSCM → 분석: Doc/_analysis·화면분석서 → 구현: nscm-fe/be → 이관: _artifacts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9.  MSSQL → Oracle 변환 룰 — PKG·SP 생성 시 적용되는 문법 변경 표준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  <a:ea typeface="맑은 고딕"/>
              </a:rPr>
              <a:t>룰 문서: Doc/_analysis/db_migration/01_MSSQL_to_Oracle_Conversion_Rules.md (종합 규칙서 + 부록 C 실전 함정)  ·  02_SP_CONVERSION_PIPELINE.md (변환·검증 6-Stage)  — CLAUDE.md 절대 금지 #10 = MSSQL 잔존 키워드 0건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88720"/>
          <a:ext cx="5806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059"/>
                <a:gridCol w="304838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MSSQL 문법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Oracle 변환 표준</a:t>
                      </a:r>
                    </a:p>
                  </a:txBody>
                  <a:tcPr marL="45720" marR="45720" marT="18288" marB="18288" anchor="ctr">
                    <a:solidFill>
                      <a:srgbClr val="4472A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GETDATE()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SYSDATE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ISNULL(a,b)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NVL(a,b)  (⚠ ""=NULL 의미차 검증 의무)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DATEADD / DATEDIFF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ADD_MONTHS / INTERVAL / 날짜 연산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CHARINDEX / LEN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INSTR / LENGTH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IIF / CASE 축약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CASE WHEN … END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STRING_SPLIT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FN_STRING_SPLIT (공용 함수) — 조인 위치 주의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#임시테이블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GTT(Global Temporary Table) — TRUNCATE 금지 → DELETE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@@FETCH_STATUS 루프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CURSOR %NOTFOUND — FETCH 직후 재판정 (무한루프 방지)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WITH (NOLOCK) / N""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제거 (Oracle 읽기일관성 / NVARCHAR 리터럴 불요)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@변수 / TOP n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v_ 접두 변수 / FETCH FIRST·ROWNUM</a:t>
                      </a:r>
                    </a:p>
                  </a:txBody>
                  <a:tcPr marL="45720" marR="45720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맑은 고딕"/>
                <a:ea typeface="맑은 고딕"/>
              </a:rPr>
              <a:t>■ 구조 표준 (규칙서 §2~§6)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타입 매핑(NVARCHAR→VARCHAR2 등) · Identity→Sequence · UI별 PKG 그룹화(PKG_{UI_ID}) + Synonym·Grant(SCMD_APP) · 표준 프로시저 템플릿(이중 OUT 커서 + 예외블록)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맑은 고딕"/>
                <a:ea typeface="맑은 고딕"/>
              </a:rPr>
              <a:t>■ 성능 표준 (§7)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인덱스 컬럼 변형 금지 · 암묵적 형변환 방지(명시 마스크, hook #109 NLS) · 상관 서브쿼리 → set-based(MERGE 사전집계)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맑은 고딕"/>
                <a:ea typeface="맑은 고딕"/>
              </a:rPr>
              <a:t>■ 부록 C — 실전 함정 (사고에서 승격, 대표)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① ''=NULL 함정 — MSSQL ''≠NULL, Oracle ''=NULL → 빈 필터가 INNER JOIN 전멸 (NVL(p,'%') 의무, hook #110 계보)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② @@FETCH_STATUS 오변환 = 무한루프·hang (hook #107)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③ split-in-join 카테시안 폭발 / INSERT↔SELECT 컬럼 오정렬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④ SUBSTR(s,0,n)≡(s,1,n) · GTT 상관 서브쿼리 alias 누락 = 전체 삭제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76B37"/>
                </a:solidFill>
                <a:latin typeface="맑은 고딕"/>
                <a:ea typeface="맑은 고딕"/>
              </a:rPr>
              <a:t>■ 검증 파이프라인 (02 문서, 6-Stage)</a:t>
            </a:r>
          </a:p>
          <a:p>
            <a:pPr lvl="1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맑은 고딕"/>
                <a:ea typeface="맑은 고딕"/>
              </a:rPr>
              <a:t>자동 변환(To-be_v2_converted) → 컴파일(Syntax 0) → 키워드 잔존 grep → 로컬 Docker 실행 검증 → 사내 적용(백업→VALID) → E2E — 자동변환 1회 통과 채택 금지(anti-simplification)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